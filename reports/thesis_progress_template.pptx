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adb4cbef5b4fe0" /><Relationship Type="http://schemas.openxmlformats.org/officeDocument/2006/relationships/extended-properties" Target="/docProps/app.xml" Id="R848481f0e67a482d" /><Relationship Type="http://schemas.openxmlformats.org/officeDocument/2006/relationships/officeDocument" Target="/ppt/presentation.xml" Id="Raf0558f6ce0a40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faffce1244381"/>
  </p:sldMasterIdLst>
  <p:notesMasterIdLst>
    <p:notesMasterId xmlns:r="http://schemas.openxmlformats.org/officeDocument/2006/relationships" r:id="R109e7453bc0e4e92"/>
  </p:notesMasterIdLst>
  <p:sldIdLst>
    <p:sldId xmlns:r="http://schemas.openxmlformats.org/officeDocument/2006/relationships" id="256" r:id="R004e1ed5afa64231"/>
    <p:sldId xmlns:r="http://schemas.openxmlformats.org/officeDocument/2006/relationships" id="257" r:id="R732d087092964e2e"/>
    <p:sldId xmlns:r="http://schemas.openxmlformats.org/officeDocument/2006/relationships" id="258" r:id="R8c3733f5c1234b17"/>
    <p:sldId xmlns:r="http://schemas.openxmlformats.org/officeDocument/2006/relationships" id="259" r:id="Re5ea95e9fb764bd6"/>
    <p:sldId xmlns:r="http://schemas.openxmlformats.org/officeDocument/2006/relationships" id="260" r:id="R7045321e0ae84056"/>
    <p:sldId xmlns:r="http://schemas.openxmlformats.org/officeDocument/2006/relationships" id="261" r:id="R0a0414ad7e344605"/>
    <p:sldId xmlns:r="http://schemas.openxmlformats.org/officeDocument/2006/relationships" id="262" r:id="Rc7677861a1894b17"/>
    <p:sldId xmlns:r="http://schemas.openxmlformats.org/officeDocument/2006/relationships" id="263" r:id="R96d378726bd64f55"/>
    <p:sldId xmlns:r="http://schemas.openxmlformats.org/officeDocument/2006/relationships" id="264" r:id="R841bca284d8e4a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06200c962045af" /><Relationship Type="http://schemas.openxmlformats.org/officeDocument/2006/relationships/slideMaster" Target="/ppt/slideMasters/slideMaster1.xml" Id="R16afaffce1244381" /><Relationship Type="http://schemas.openxmlformats.org/officeDocument/2006/relationships/notesMaster" Target="/ppt/notesMasters/notesMaster1.xml" Id="R109e7453bc0e4e92" /><Relationship Type="http://schemas.openxmlformats.org/officeDocument/2006/relationships/presProps" Target="/ppt/presProps.xml" Id="Rda0bd65030da444e" /><Relationship Type="http://schemas.openxmlformats.org/officeDocument/2006/relationships/tableStyles" Target="/ppt/tableStyles.xml" Id="R390646b983d04997" /><Relationship Type="http://schemas.openxmlformats.org/officeDocument/2006/relationships/slide" Target="/ppt/slides/slide1.xml" Id="R004e1ed5afa64231" /><Relationship Type="http://schemas.openxmlformats.org/officeDocument/2006/relationships/slide" Target="/ppt/slides/slide2.xml" Id="R732d087092964e2e" /><Relationship Type="http://schemas.openxmlformats.org/officeDocument/2006/relationships/slide" Target="/ppt/slides/slide3.xml" Id="R8c3733f5c1234b17" /><Relationship Type="http://schemas.openxmlformats.org/officeDocument/2006/relationships/slide" Target="/ppt/slides/slide4.xml" Id="Re5ea95e9fb764bd6" /><Relationship Type="http://schemas.openxmlformats.org/officeDocument/2006/relationships/slide" Target="/ppt/slides/slide5.xml" Id="R7045321e0ae84056" /><Relationship Type="http://schemas.openxmlformats.org/officeDocument/2006/relationships/slide" Target="/ppt/slides/slide6.xml" Id="R0a0414ad7e344605" /><Relationship Type="http://schemas.openxmlformats.org/officeDocument/2006/relationships/slide" Target="/ppt/slides/slide7.xml" Id="Rc7677861a1894b17" /><Relationship Type="http://schemas.openxmlformats.org/officeDocument/2006/relationships/slide" Target="/ppt/slides/slide8.xml" Id="R96d378726bd64f55" /><Relationship Type="http://schemas.openxmlformats.org/officeDocument/2006/relationships/slide" Target="/ppt/slides/slide9.xml" Id="R841bca284d8e4a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4a700f6a9543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849716aeea4aeb" /><Relationship Type="http://schemas.openxmlformats.org/officeDocument/2006/relationships/notesMaster" Target="/ppt/notesMasters/notesMaster1.xml" Id="R2aba8003c6184e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6068b87b9e4710" /><Relationship Type="http://schemas.openxmlformats.org/officeDocument/2006/relationships/notesMaster" Target="/ppt/notesMasters/notesMaster1.xml" Id="Rd3eb97a206d049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b1d1b747e34d0f" /><Relationship Type="http://schemas.openxmlformats.org/officeDocument/2006/relationships/notesMaster" Target="/ppt/notesMasters/notesMaster1.xml" Id="R6e5707cbcfcb40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f2c55ffebb47fc" /><Relationship Type="http://schemas.openxmlformats.org/officeDocument/2006/relationships/notesMaster" Target="/ppt/notesMasters/notesMaster1.xml" Id="Rb8420c143ac24f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ae3527726f43b3" /><Relationship Type="http://schemas.openxmlformats.org/officeDocument/2006/relationships/notesMaster" Target="/ppt/notesMasters/notesMaster1.xml" Id="R4462a12c1aaa4b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056676d3ec4332" /><Relationship Type="http://schemas.openxmlformats.org/officeDocument/2006/relationships/notesMaster" Target="/ppt/notesMasters/notesMaster1.xml" Id="R2962ea82dce541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ddb82b408845ec" /><Relationship Type="http://schemas.openxmlformats.org/officeDocument/2006/relationships/notesMaster" Target="/ppt/notesMasters/notesMaster1.xml" Id="Ra269363f74864e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47a4f7f024461e" /><Relationship Type="http://schemas.openxmlformats.org/officeDocument/2006/relationships/notesMaster" Target="/ppt/notesMasters/notesMaster1.xml" Id="R30826840dadf4b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66b8f24a5742b8" /><Relationship Type="http://schemas.openxmlformats.org/officeDocument/2006/relationships/notesMaster" Target="/ppt/notesMasters/notesMaster1.xml" Id="Rf3f5affdab884b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c460041a4e45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d654c09f3f466a" /><Relationship Type="http://schemas.openxmlformats.org/officeDocument/2006/relationships/slideLayout" Target="/ppt/slideLayouts/slideLayout1.xml" Id="R99b69d9ee23943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b69d9ee23943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e41b334e64d9d" /><Relationship Type="http://schemas.openxmlformats.org/officeDocument/2006/relationships/image" Target="/ppt/media/image.png" Id="R1b97a943c16d45b6" /><Relationship Type="http://schemas.openxmlformats.org/officeDocument/2006/relationships/image" Target="/ppt/media/image2.png" Id="R4b4caa1d4a894f86" /><Relationship Type="http://schemas.openxmlformats.org/officeDocument/2006/relationships/image" Target="/ppt/media/image3.png" Id="R3a18a04b106c4df8" /><Relationship Type="http://schemas.openxmlformats.org/officeDocument/2006/relationships/notesSlide" Target="/ppt/notesSlides/notesSlide1.xml" Id="Rf3b294642f2e4b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6f005a7044deb" /><Relationship Type="http://schemas.openxmlformats.org/officeDocument/2006/relationships/image" Target="/ppt/media/image4.png" Id="R78ac91aab9ed4220" /><Relationship Type="http://schemas.openxmlformats.org/officeDocument/2006/relationships/notesSlide" Target="/ppt/notesSlides/notesSlide2.xml" Id="R2c3ca43716534c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45c28b3fa4ef8" /><Relationship Type="http://schemas.openxmlformats.org/officeDocument/2006/relationships/image" Target="/ppt/media/image5.png" Id="R28344006605e4ba8" /><Relationship Type="http://schemas.openxmlformats.org/officeDocument/2006/relationships/image" Target="/ppt/media/image6.png" Id="R498f672babbc47a0" /><Relationship Type="http://schemas.openxmlformats.org/officeDocument/2006/relationships/notesSlide" Target="/ppt/notesSlides/notesSlide3.xml" Id="R94209e68793b4e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c21bc17a0479c" /><Relationship Type="http://schemas.openxmlformats.org/officeDocument/2006/relationships/image" Target="/ppt/media/image7.png" Id="R960a384576854c8a" /><Relationship Type="http://schemas.openxmlformats.org/officeDocument/2006/relationships/image" Target="/ppt/media/image8.png" Id="R2ffe005fb3784694" /><Relationship Type="http://schemas.openxmlformats.org/officeDocument/2006/relationships/notesSlide" Target="/ppt/notesSlides/notesSlide4.xml" Id="Reb98ec633d5e4c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0118229364b2d" /><Relationship Type="http://schemas.openxmlformats.org/officeDocument/2006/relationships/image" Target="/ppt/media/image9.png" Id="Rcf15f689d0484814" /><Relationship Type="http://schemas.openxmlformats.org/officeDocument/2006/relationships/image" Target="/ppt/media/image10.png" Id="R1e54852ba8f8414a" /><Relationship Type="http://schemas.openxmlformats.org/officeDocument/2006/relationships/notesSlide" Target="/ppt/notesSlides/notesSlide5.xml" Id="Rd40668f647fb42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6ae9c44d74e10" /><Relationship Type="http://schemas.openxmlformats.org/officeDocument/2006/relationships/image" Target="/ppt/media/image11.png" Id="R43ab9bb6532649ff" /><Relationship Type="http://schemas.openxmlformats.org/officeDocument/2006/relationships/image" Target="/ppt/media/image12.png" Id="Rc22bcb6598534388" /><Relationship Type="http://schemas.openxmlformats.org/officeDocument/2006/relationships/notesSlide" Target="/ppt/notesSlides/notesSlide6.xml" Id="Rd0634265717e43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972b5eb5a45f0" /><Relationship Type="http://schemas.openxmlformats.org/officeDocument/2006/relationships/image" Target="/ppt/media/image13.png" Id="R741430000f9d4416" /><Relationship Type="http://schemas.openxmlformats.org/officeDocument/2006/relationships/image" Target="/ppt/media/image14.png" Id="R96c0eac9ed3348c5" /><Relationship Type="http://schemas.openxmlformats.org/officeDocument/2006/relationships/notesSlide" Target="/ppt/notesSlides/notesSlide7.xml" Id="Ref34d812d4454f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62af03b524024" /><Relationship Type="http://schemas.openxmlformats.org/officeDocument/2006/relationships/image" Target="/ppt/media/image15.png" Id="Rab6dc779c2564cd7" /><Relationship Type="http://schemas.openxmlformats.org/officeDocument/2006/relationships/image" Target="/ppt/media/image16.png" Id="R1d2ceb71eeff4b80" /><Relationship Type="http://schemas.openxmlformats.org/officeDocument/2006/relationships/notesSlide" Target="/ppt/notesSlides/notesSlide8.xml" Id="Rc5104d1d4dc147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4860b4a724bf3" /><Relationship Type="http://schemas.openxmlformats.org/officeDocument/2006/relationships/image" Target="/ppt/media/image17.png" Id="Rac06a2910c644237" /><Relationship Type="http://schemas.openxmlformats.org/officeDocument/2006/relationships/notesSlide" Target="/ppt/notesSlides/notesSlide9.xml" Id="R97cc3d215f4646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7a943c16d45b6"/>
          <a:srcRect xmlns:a="http://schemas.openxmlformats.org/drawingml/2006/main" l="0" t="34006" r="0" b="340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95262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caa1d4a894f86"/>
          <a:srcRect xmlns:a="http://schemas.openxmlformats.org/drawingml/2006/main" l="0" t="31619" r="0" b="316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333875"/>
            <a:ext cx="12192000" cy="25241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FF4AE-3F5E-41E5-8C6D-46ADB1D0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52625"/>
            <a:ext cx="12192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F846C-FA6C-400A-9C2C-A6CA6D76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33875"/>
            <a:ext cx="121920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3817B-8D14-4FCC-8097-027490C8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9750"/>
            <a:ext cx="1162050" cy="1162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B3602-5053-4B7C-893F-750C9364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52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52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论文研究进展汇报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684ED-F837-492E-BCE0-FF14148E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242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3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—— 研究题目占位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128BD-BDE2-46FF-B17A-7EE7F294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6388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姓名 / 导师 / 学院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2026年  月  日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8a04b106c4df8"/>
          <a:stretch xmlns:a="http://schemas.openxmlformats.org/drawingml/2006/main"/>
        </p:blipFill>
        <p:spPr>
          <a:xfrm xmlns:a="http://schemas.openxmlformats.org/drawingml/2006/main">
            <a:off x="342900" y="1809750"/>
            <a:ext cx="1162050" cy="1162050"/>
          </a:xfrm>
          <a:prstGeom xmlns:a="http://schemas.openxmlformats.org/drawingml/2006/main" prst="rect">
            <a:avLst/>
          </a:prstGeom>
        </p:spPr>
      </p:pic>
      <p:sp>
        <p:nvSpPr>
          <p:cNvPr id="12" name="clean-white-footer-background">
            <a:extLst xmlns:a="http://schemas.openxmlformats.org/drawingml/2006/main">
              <a:ext uri="{FF2B5EF4-FFF2-40B4-BE49-F238E27FC236}">
                <a16:creationId xmlns:a16="http://schemas.microsoft.com/office/drawing/2014/main" id="{3D33D1B4-A46F-46FA-8EA0-0105A6AC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33875"/>
            <a:ext cx="121920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footer-text">
            <a:extLst xmlns:a="http://schemas.openxmlformats.org/drawingml/2006/main">
              <a:ext uri="{FF2B5EF4-FFF2-40B4-BE49-F238E27FC236}">
                <a16:creationId xmlns:a16="http://schemas.microsoft.com/office/drawing/2014/main" id="{6AF90B3E-F32F-4F48-B2F2-A650FD4D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6388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姓名 / 导师 / 学院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9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2026年  月  日</a:t>
            </a:r>
          </a:p>
        </p:txBody>
      </p:sp>
    </p:spTree>
    <p:extLst>
      <p:ext uri="{BB962C8B-B14F-4D97-AF65-F5344CB8AC3E}">
        <p14:creationId xmlns:p14="http://schemas.microsoft.com/office/powerpoint/2010/main" val="15874559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c91aab9ed4220"/>
          <a:srcRect xmlns:a="http://schemas.openxmlformats.org/drawingml/2006/main" l="5496" t="0" r="54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D6A6D-CF45-42FC-A758-139496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CCD61-3E37-4CED-A1C4-D24BC57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324100" cy="2190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4293"/>
              </a:gs>
              <a:gs pos="100000">
                <a:srgbClr val="1A6AA5"/>
              </a:gs>
            </a:gsLst>
            <a:lin ang="2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94432-0B1A-48E0-9013-0E3EEF4D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51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FD499-E6B4-4D2C-B47C-A55FAE3E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D54B0-2949-41E5-AB0F-90B55BDA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81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F7F07-6691-49D2-89CA-3019529D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668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841E8-9754-4E59-86F3-FC9B25BC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859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研究背景与问题定义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99AF6-36AC-4CE9-A2FC-B74C7FBA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574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BA221-8D65-4827-9417-753BBEA2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71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CFFDC-5B98-4A2E-BAB0-FB055ADA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574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B1AEA-D87D-422D-9156-DDACB11D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765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相关工作与研究不足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172AE-12D7-46FB-85A1-04841779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480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39DE3-DB97-42F2-B7E1-117A1AF7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F8EA2-D16F-4B9B-883E-D65BF9CB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48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5D1B3-34A7-48AF-B351-4BF9A874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总体方案与技术路线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FCDF2-9526-4149-99C8-B0486224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386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6D6C5-4CD2-4E1D-9E18-F1531EDF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52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25115-FC89-45A0-A666-88954D95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386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76DE1-EC50-415A-94A1-91B4F995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577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当前进展与下一步计划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FFDE2-D26D-45C6-B194-BCE56B73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292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3284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44006605e4ba8"/>
          <a:srcRect xmlns:a="http://schemas.openxmlformats.org/drawingml/2006/main" l="5496" t="0" r="54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532B6-E1BF-4BCC-9DDE-D79558A0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24125"/>
            <a:ext cx="12192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E2961-7386-4FA1-80FE-3C4E0B95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28E5F-78C1-4AF0-B5BF-6A6B918A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49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D706D-C190-4BCD-9C56-073F748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67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rPr>
              <a:t>SECTION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f672babbc47a0"/>
          <a:stretch xmlns:a="http://schemas.openxmlformats.org/drawingml/2006/main"/>
        </p:blipFill>
        <p:spPr>
          <a:xfrm xmlns:a="http://schemas.openxmlformats.org/drawingml/2006/main">
            <a:off x="3600450" y="30289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643EB-A9BD-444E-BEDA-854918EF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1381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71361-CE9F-496C-B128-2D5C5019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24200"/>
            <a:ext cx="800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A1F3E-F480-439D-AD95-EEEC2C7F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800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C11D6-FF42-4D24-BBE7-7D2858FD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800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913BF-36CF-4525-A9F7-5BC53CAF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98960-A439-4ED6-A804-6D57F91B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2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931F6-92E3-4815-8039-CEF6FE21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00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6567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a384576854c8a"/>
          <a:srcRect xmlns:a="http://schemas.openxmlformats.org/drawingml/2006/main" l="0" t="40794" r="0" b="40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7BB32-B249-4DB3-A47E-11233AEB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06D6C-5A4D-4212-887D-5AF29AC9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0312A-DE52-4CC1-BA2B-96B8C677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144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36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研究背景与问题定义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E5828-36F7-45CC-917D-BA8A9EBC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95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5EEB8-6528-4B30-8BB7-6819C42E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330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7F778-264B-4C00-8898-4F5D06E8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用一句话说明本研究要解决的主要科学或工程问题。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E39F1-DF15-4C59-8F1A-57947FD0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1A321-90F3-4FD3-9DDC-F70E75DD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79A51-34A8-4D04-A288-96646011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71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4FA39-D210-4785-AF5A-0ED1E9C5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数据、信号或场景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1A504-2875-4D58-8622-B743DD6D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3855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06610-5B9A-4439-9355-5C5E4123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3855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44232-92AF-4C13-8350-2439181C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71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84272-30A9-447D-B2A9-3F660F63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10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模型、指标或系统结果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59641-2B61-4E7A-B653-9E6B33D4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46EC5-E568-40B5-870F-C7DEA818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D08D7-DA55-44D3-82F6-35A42FBC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难点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DFC9A-9CB7-48AB-BC80-441B5441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噪声、泛化、实时性或可解释性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066D8-3CE3-44F9-80CC-D79AA8F7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8155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D4966-389D-45B7-B7CA-C48343BE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8155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FD46A-CAFA-456F-8533-5516F190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14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55FC0-44F5-4139-BD32-0BA963A9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53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准确性、鲁棒性、效率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e005fb3784694"/>
          <a:stretch xmlns:a="http://schemas.openxmlformats.org/drawingml/2006/main"/>
        </p:blipFill>
        <p:spPr>
          <a:xfrm xmlns:a="http://schemas.openxmlformats.org/drawingml/2006/main">
            <a:off x="1152525" y="21907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80AB5-F8B6-4E2E-AF69-9CB0D77E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2B103-1F3B-4999-82ED-7000EE18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6160AD-3F57-4BB0-A24B-6BF34EE9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0CB82B-EEA0-4C8D-BD30-B92ADD1D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5302C-8E1F-4948-847F-307A7CBC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3ECF48-279A-47AC-A35D-B130EDB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598C41-9DBC-4468-9C35-CBD24588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0771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5f689d0484814"/>
          <a:srcRect xmlns:a="http://schemas.openxmlformats.org/drawingml/2006/main" l="0" t="40794" r="0" b="40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0C73B-33BB-4BB6-AFDE-9D0286F6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D86BB-659D-4538-9857-909E5DCD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1359D-B7AA-43E9-AAB0-F79BA123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144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36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总体方案与技术路线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94A9F-07D2-490F-857E-FE2D162C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95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68B49-5829-4F6E-8509-2D311C80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D2BB2-448A-41D6-842B-8ED5CE55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数据采集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096D8-6476-4164-A8B2-4F865BEA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24225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07F89-117B-419D-B29B-5D33D174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28975"/>
            <a:ext cx="228600" cy="2667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04B5F-E9BD-44CA-9D53-1D758642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5750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3CEB9-C11E-4D46-99CA-B3933065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预处理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FB0BE-118E-4135-AD19-1A7E9FA0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24225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F1992-ADC5-4D85-9525-BABC4F4D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28975"/>
            <a:ext cx="228600" cy="2667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625EA-8E51-4423-923C-EAE3A621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14288">
            <a:solidFill>
              <a:srgbClr val="0F6F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F2D29-2F39-4F54-BE37-A57FB1B2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核心方法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BFAB6-C662-4F69-9599-8E606C75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24225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482A8-EE92-449D-833D-8D235E1C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28975"/>
            <a:ext cx="228600" cy="2667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6C7F9-FB90-4778-8008-96B9C9B1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85750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74A4F-9861-4AD1-B801-F18306CC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实验评估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D0A18-D317-4748-94B2-031BA98B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24225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4C00B-D080-4DBC-B99C-7C68EADB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28975"/>
            <a:ext cx="228600" cy="2667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DABA4-5B78-48DB-9F43-F9E91566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D0473-A395-42E9-969C-133126D3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系统输出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42E451-E5C7-4FA5-9266-D28FFC36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占位说明：这里放你的完整技术路线，从数据或理论输入开始，到模型、实验和输出结果结束。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4852ba8f8414a"/>
          <a:stretch xmlns:a="http://schemas.openxmlformats.org/drawingml/2006/main"/>
        </p:blipFill>
        <p:spPr>
          <a:xfrm xmlns:a="http://schemas.openxmlformats.org/drawingml/2006/main">
            <a:off x="1152525" y="21907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01834A-EBA6-4D4D-962F-EE21A892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CCC92F-0C2D-4A0A-993D-7167BFC6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9A2900-64CE-4866-9AB6-B4113A88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9B1DA3-A363-4379-8F01-282C7F75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6D30C3-A61A-448D-8B12-4F4442DF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094362-D47F-4B0B-BF30-D7EAF8B2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5D1D8D-C0FF-4F56-8B8E-218CD7AA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1495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b9bb6532649ff"/>
          <a:srcRect xmlns:a="http://schemas.openxmlformats.org/drawingml/2006/main" l="0" t="40794" r="0" b="40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29DD0-4AF6-4965-83F0-D2AD49AE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CAC9A-543C-47C8-B8F6-D2ED3951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6EC4C-FF0D-454B-A3EA-BC739351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144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36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研究方案模块拆解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895B7-038A-46E5-9C75-982DE97C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95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DE16F-C82D-4492-B9ED-73F28570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D19A7-F77B-4307-911B-46158DBB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98CBD-989B-4024-90A3-99D8E7E9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812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2C91F-C43C-410F-B317-8E713D14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43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数据/理论基础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5EF7A-5649-4A82-9FAF-B1DD3A5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771900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写清楚数据来源、实验条件或理论假设。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4E398-15C3-4338-9C23-DCA8986E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B493C-42BF-41F4-9F60-1E759446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D5626-C1DB-40F1-AA30-D90E2582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812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87D86-1264-4CEA-8A9F-BA33B124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43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方法/模型设计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2412A-C8B6-4489-826D-67B9A2DA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71900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突出你的关键改进点和与已有方法的差异。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0C5C1-641F-4B23-8522-D6B637A2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EB2DB-A002-460C-A891-C1EE11B5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7FE81-657F-4C23-B0CF-E42D4541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812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rPr>
              <a:t>模块三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135EC-CFD7-4175-A00A-76AEEC9A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43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验证/系统实现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AD139-187B-4E17-AE53-ADC4DB3D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771900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说明实验指标、对照方案和系统原型。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bcb6598534388"/>
          <a:stretch xmlns:a="http://schemas.openxmlformats.org/drawingml/2006/main"/>
        </p:blipFill>
        <p:spPr>
          <a:xfrm xmlns:a="http://schemas.openxmlformats.org/drawingml/2006/main">
            <a:off x="1152525" y="21907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CEA2F-D0C6-4A91-850F-4FE72723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B0664-9662-45CC-9D39-D533FF3A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190F0-55B6-45F6-A045-79FB1D1B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D18A7D-8CE7-49E1-96D6-1179E717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1D42E9-A205-4F64-A8B4-63150A06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34A2C-079F-4184-BAF1-CFDEC4C6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E18FA-BF09-42D4-A1EA-315B51A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06135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430000f9d4416"/>
          <a:srcRect xmlns:a="http://schemas.openxmlformats.org/drawingml/2006/main" l="0" t="40794" r="0" b="40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74550-34F8-4863-BA73-89BE2501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875C4-5571-4521-9D43-62410B4E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B879A-CF95-4FA9-9431-215E6BCB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144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36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当前进展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84116-FAA4-4438-884F-EF23B73B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95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38B4A-6C21-444C-B2E3-5A31081F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81375"/>
            <a:ext cx="942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384CF-D2AC-4F33-8E64-17369ABE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F0655-A4C6-4D7F-AC9E-83ADEC7E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76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A8C89-AB55-4494-AC15-9E559AAD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文献调研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0AEAE-DE1B-4975-ABC4-1DF889E9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0498F-28AE-49B3-AE6F-55E9067E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66560-219A-4E2A-B859-114D2408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276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F82FD-542D-43B0-A9E1-1ECE529C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00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数据准备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2D987-7154-467A-9C38-19EC0B5A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57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0A8D3-0960-4EF7-9E0E-99D8B156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BE947-F72E-41B3-ADD4-F7F0CCE7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F34FA-0E6B-4927-B6FA-F6C9A50A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方法实现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BBCDB-1B33-4716-AAD2-79CA2A06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57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2CB85-51D4-4156-8161-329A0A2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A9FE9-F491-4A48-9DAD-F804D18B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276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16B4A-D55F-4615-A398-40DCEB3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00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实验评估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BFA568-E957-45A9-84B6-CECD39C2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57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待完成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46363-F8AC-4AFB-AA7F-4E7BD2DD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A4651-50BD-4216-9463-B3C755C7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276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8650C2-36EA-43A0-958B-B15D9BAD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论文撰写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57595-2A7A-4550-BE71-7AE7172E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57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计划中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0AA9B-FAA8-4C3F-814C-A8EB17A9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把每个阶段替换成真实进度，必要时在下方加 1-2 条关键产出。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0eac9ed3348c5"/>
          <a:stretch xmlns:a="http://schemas.openxmlformats.org/drawingml/2006/main"/>
        </p:blipFill>
        <p:spPr>
          <a:xfrm xmlns:a="http://schemas.openxmlformats.org/drawingml/2006/main">
            <a:off x="1152525" y="21907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4FF8D-01CE-4792-8C7C-E9304039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DF6FF9-6970-4ED9-8F66-31F9A839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C969B0-FFF2-453A-A892-8677CE59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3B0767-6219-4080-B50C-33D2833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D64D52-DDCF-454C-B783-639676EA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09CDC9-6551-478E-88BE-8DE39677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6ACF66-29CC-4CEC-89F8-47232518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72551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dc779c2564cd7"/>
          <a:srcRect xmlns:a="http://schemas.openxmlformats.org/drawingml/2006/main" l="0" t="40794" r="0" b="40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7FE1E-7839-45AD-A9DB-8A9E1C42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A1F34-89E0-43CF-8431-B861EFD5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FE373-6F61-4F60-A167-1CE0095F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144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36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阶段性结果展示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6EC3E-94E1-4D8D-BC06-84E3467A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95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25E27-6333-4E74-BA96-05E835BF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D78CB-17F9-4BF9-B456-269F948B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4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406D"/>
                </a:solidFill>
                <a:latin typeface="Microsoft YaHei"/>
                <a:ea typeface="Microsoft YaHei"/>
                <a:cs typeface="Microsoft YaHei"/>
              </a:rPr>
              <a:t>图表 / 实验截图占位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6D85A-5FED-451B-8A9D-06CDC2D9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953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E70DB-23D8-40DD-B16A-A7CAE583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285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关键观察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DFB4F-AA35-46F2-8121-B4CCE4D9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AD55C-B7B1-4916-B064-4DF8FA69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670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结论一：替换为最重要的阶段性发现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B6F34-1242-401B-816B-A96101C6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BD7DA-A893-4887-9638-B3509786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90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结论二：说明与 baseline 或预期的差异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4DFB1-433D-4EC5-9262-A9BD755C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4436E-5B67-4F8F-A091-36B7D82F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148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结论三：指出下一步实验方向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ceb71eeff4b80"/>
          <a:stretch xmlns:a="http://schemas.openxmlformats.org/drawingml/2006/main"/>
        </p:blipFill>
        <p:spPr>
          <a:xfrm xmlns:a="http://schemas.openxmlformats.org/drawingml/2006/main">
            <a:off x="1152525" y="21907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5518E-1AB9-475D-8807-676AE502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A68E6-2414-40D8-9AD8-E31E8B5B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1A267B-5F39-43F1-A111-01441BA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BB6EC-7299-4693-91D1-465CDBFB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9623C-9FFA-474E-BAB1-8410A908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8A7F25-DA5B-4EAC-A82C-87A2B84C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87B00-3417-46B4-BD04-2A3BC0E9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D0D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09081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6a2910c644237"/>
          <a:srcRect xmlns:a="http://schemas.openxmlformats.org/drawingml/2006/main" l="5496" t="0" r="54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47DBD-DD2D-4AC9-A40B-FE271657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AA075-1306-4EEE-B1C6-05A04093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51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总结与展望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67CD1-40B7-4130-B9B6-8AE5FD6A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0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7ECFF"/>
                </a:solidFill>
                <a:latin typeface="Microsoft YaHei"/>
                <a:ea typeface="Microsoft YaHei"/>
                <a:cs typeface="Microsoft YaHei"/>
              </a:rPr>
              <a:t>一句话总结研究问题、当前进展和下一阶段重点。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A5EB2-08E0-4699-9D6B-4D4DF09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17406D"/>
                </a:solidFill>
                <a:latin typeface="SimHei"/>
                <a:ea typeface="SimHei"/>
                <a:cs typeface="SimHei"/>
              </a:defRPr>
            </a:pPr>
            <a:r>
              <a:rPr sz="4350" b="1">
                <a:solidFill>
                  <a:srgbClr val="17406D"/>
                </a:solidFill>
                <a:latin typeface="SimHei"/>
                <a:ea typeface="SimHei"/>
                <a:cs typeface="SimHei"/>
              </a:rPr>
              <a:t>谢谢聆听</a:t>
            </a:r>
          </a:p>
        </p:txBody>
      </p:sp>
    </p:spTree>
    <p:extLst>
      <p:ext uri="{BB962C8B-B14F-4D97-AF65-F5344CB8AC3E}">
        <p14:creationId xmlns:p14="http://schemas.microsoft.com/office/powerpoint/2010/main" val="1440699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2026-06-21T13:20:08.2680000Z</dcterms:created>
  <dcterms:modified xsi:type="dcterms:W3CDTF">2026-06-21T13:20:08.2690000Z</dcterms:modified>
</coreProperties>
</file>